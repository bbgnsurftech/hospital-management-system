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Transform Your Hospital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3F4F6"/>
                </a:solidFill>
              </a:defRPr>
            </a:pPr>
            <a:r>
              <a:t>Digital Innovation for Operational Excellence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Healthcare Challenges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1645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60-90min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Patient Wait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371600"/>
            <a:ext cx="2011680" cy="1645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$1.4M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10896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Annual Inefficiency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2011680" cy="1645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10896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Staff Time Wasted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371600"/>
            <a:ext cx="2011680" cy="1645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15-20%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10896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Revenue Leakage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ROI: $1.4M Annual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54864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10B981"/>
                </a:solidFill>
              </a:defRPr>
            </a:pPr>
            <a:r>
              <a:t>$1.4M</a:t>
            </a:r>
          </a:p>
          <a:p>
            <a:pPr algn="ctr">
              <a:defRPr sz="2400">
                <a:solidFill>
                  <a:srgbClr val="1F2937"/>
                </a:solidFill>
              </a:defRPr>
            </a:pPr>
            <a:r>
              <a:t>Annual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6400800" cy="73152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749040"/>
            <a:ext cx="6035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Revenue Improvements: </a:t>
            </a:r>
            <a:r>
              <a:rPr sz="2400" b="1">
                <a:solidFill>
                  <a:srgbClr val="10B981"/>
                </a:solidFill>
              </a:rPr>
              <a:t>$750K/year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6400800" cy="73152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4663440"/>
            <a:ext cx="6035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Cost Savings: </a:t>
            </a:r>
            <a:r>
              <a:rPr sz="2400" b="1">
                <a:solidFill>
                  <a:srgbClr val="0D9488"/>
                </a:solidFill>
              </a:rPr>
              <a:t>$650K/year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669280"/>
            <a:ext cx="3657600" cy="9144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5852160"/>
            <a:ext cx="32918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Payback Period: 2.1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30-Day Implementation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7315200" cy="109728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Discovery &amp;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02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Kickoff, configuration, data prep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743200"/>
            <a:ext cx="7315200" cy="109728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88036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918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System setup, workflows, testing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114800"/>
            <a:ext cx="7315200" cy="109728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25196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634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Staff training, documentation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4864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486400"/>
            <a:ext cx="7315200" cy="109728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62356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97316"/>
                </a:solidFill>
              </a:defRPr>
            </a:pPr>
            <a:r>
              <a:t>Go-Live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60350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Launch, support,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
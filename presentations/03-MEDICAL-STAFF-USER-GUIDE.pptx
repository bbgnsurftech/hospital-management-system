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Your New Hospital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3F4F6"/>
                </a:solidFill>
              </a:defRPr>
            </a:pPr>
            <a:r>
              <a:t>Making Your Work Easier and More Efficient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What's In It For You?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011680" cy="2743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6459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👨‍⚕️ Doctors</a:t>
            </a:r>
          </a:p>
          <a:p>
            <a:br/>
            <a:pPr algn="l">
              <a:spcBef>
                <a:spcPts val="1200"/>
              </a:spcBef>
              <a:defRPr sz="1100">
                <a:solidFill>
                  <a:srgbClr val="F3F4F6"/>
                </a:solidFill>
              </a:defRPr>
            </a:pPr>
            <a:r>
              <a:t>Save 1-2 hours/day</a:t>
            </a:r>
            <a:br/>
            <a:r>
              <a:t>Instant critical alerts</a:t>
            </a:r>
            <a:br/>
            <a:r>
              <a:t>Complete patient history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1371600"/>
            <a:ext cx="2011680" cy="2743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34640" y="1554480"/>
            <a:ext cx="16459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👩‍⚕️ Nurses</a:t>
            </a:r>
          </a:p>
          <a:p>
            <a:br/>
            <a:pPr algn="l">
              <a:spcBef>
                <a:spcPts val="1200"/>
              </a:spcBef>
              <a:defRPr sz="1100">
                <a:solidFill>
                  <a:srgbClr val="F3F4F6"/>
                </a:solidFill>
              </a:defRPr>
            </a:pPr>
            <a:r>
              <a:t>50% less phone time</a:t>
            </a:r>
            <a:br/>
            <a:r>
              <a:t>Real-time patient status</a:t>
            </a:r>
            <a:br/>
            <a:r>
              <a:t>Better coordination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371600"/>
            <a:ext cx="2011680" cy="27432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554480"/>
            <a:ext cx="16459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📋 Reception</a:t>
            </a:r>
          </a:p>
          <a:p>
            <a:br/>
            <a:pPr algn="l">
              <a:spcBef>
                <a:spcPts val="1200"/>
              </a:spcBef>
              <a:defRPr sz="1100">
                <a:solidFill>
                  <a:srgbClr val="F3F4F6"/>
                </a:solidFill>
              </a:defRPr>
            </a:pPr>
            <a:r>
              <a:t>Faster registration</a:t>
            </a:r>
            <a:br/>
            <a:r>
              <a:t>Auto queue placement</a:t>
            </a:r>
            <a:br/>
            <a:r>
              <a:t>Less paperwork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1371600"/>
            <a:ext cx="2011680" cy="27432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1554480"/>
            <a:ext cx="16459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🔬 Lab</a:t>
            </a:r>
          </a:p>
          <a:p>
            <a:br/>
            <a:pPr algn="l">
              <a:spcBef>
                <a:spcPts val="1200"/>
              </a:spcBef>
              <a:defRPr sz="1100">
                <a:solidFill>
                  <a:srgbClr val="F3F4F6"/>
                </a:solidFill>
              </a:defRPr>
            </a:pPr>
            <a:r>
              <a:t>No phone tag</a:t>
            </a:r>
            <a:br/>
            <a:r>
              <a:t>Clear work queue</a:t>
            </a:r>
            <a:br/>
            <a:r>
              <a:t>Auto notifications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572000"/>
            <a:ext cx="6400800" cy="1371600"/>
          </a:xfrm>
          <a:prstGeom prst="roundRect">
            <a:avLst/>
          </a:prstGeom>
          <a:solidFill>
            <a:srgbClr val="F3F4F6"/>
          </a:solidFill>
          <a:ln w="381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4754880"/>
            <a:ext cx="6035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0D9488"/>
                </a:solidFill>
              </a:defRPr>
            </a:pPr>
            <a:r>
              <a:t>One Patient, One Record, One System</a:t>
            </a:r>
          </a:p>
          <a:p>
            <a:pPr algn="ctr">
              <a:defRPr sz="1400">
                <a:solidFill>
                  <a:srgbClr val="1F2937"/>
                </a:solidFill>
              </a:defRPr>
            </a:pPr>
            <a:r>
              <a:t>Enter information once • Available everywhere • Real-time updates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Getting Started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7315200" cy="822960"/>
          </a:xfrm>
          <a:prstGeom prst="roundRect">
            <a:avLst/>
          </a:prstGeom>
          <a:solidFill>
            <a:srgbClr val="F3F4F6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463040"/>
            <a:ext cx="6949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Login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Use your employee email and password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33172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2331720"/>
            <a:ext cx="7315200" cy="822960"/>
          </a:xfrm>
          <a:prstGeom prst="roundRect">
            <a:avLst/>
          </a:prstGeom>
          <a:solidFill>
            <a:srgbClr val="F3F4F6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2423160"/>
            <a:ext cx="6949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9488"/>
                </a:solidFill>
              </a:defRPr>
            </a:pPr>
            <a:r>
              <a:t>Dashboard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See your personalized work queue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9184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3291840"/>
            <a:ext cx="7315200" cy="822960"/>
          </a:xfrm>
          <a:prstGeom prst="roundRect">
            <a:avLst/>
          </a:prstGeom>
          <a:solidFill>
            <a:srgbClr val="F3F4F6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3383280"/>
            <a:ext cx="6949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Navigate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Use the left sidebar menu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251960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5196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4251960"/>
            <a:ext cx="7315200" cy="822960"/>
          </a:xfrm>
          <a:prstGeom prst="roundRect">
            <a:avLst/>
          </a:prstGeom>
          <a:solidFill>
            <a:srgbClr val="F3F4F6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4343400"/>
            <a:ext cx="6949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97316"/>
                </a:solidFill>
              </a:defRPr>
            </a:pPr>
            <a:r>
              <a:t>Notifications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Click the bell icon for alerts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5212080"/>
            <a:ext cx="457200" cy="4572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21208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5212080"/>
            <a:ext cx="7315200" cy="822960"/>
          </a:xfrm>
          <a:prstGeom prst="roundRect">
            <a:avLst/>
          </a:prstGeom>
          <a:solidFill>
            <a:srgbClr val="F3F4F6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5303520"/>
            <a:ext cx="6949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Help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Click '?' for context-specific help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
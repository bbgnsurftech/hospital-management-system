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Better Care, Faster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3F4F6"/>
                </a:solidFill>
              </a:defRPr>
            </a:pPr>
            <a:r>
              <a:t>What Our New System Means For You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What's Changing?</a:t>
            </a:r>
          </a:p>
        </p:txBody>
      </p:sp>
      <p:sp>
        <p:nvSpPr>
          <p:cNvPr id="4" name="Oval 3"/>
          <p:cNvSpPr/>
          <p:nvPr/>
        </p:nvSpPr>
        <p:spPr>
          <a:xfrm>
            <a:off x="1005840" y="146304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/>
            </a:pPr>
            <a:r>
              <a:t>⏱️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40% Shorter Wait Times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F2937"/>
                </a:solidFill>
              </a:defRPr>
            </a:pPr>
            <a:r>
              <a:t>Less time in waiting room</a:t>
            </a:r>
          </a:p>
        </p:txBody>
      </p:sp>
      <p:sp>
        <p:nvSpPr>
          <p:cNvPr id="8" name="Oval 7"/>
          <p:cNvSpPr/>
          <p:nvPr/>
        </p:nvSpPr>
        <p:spPr>
          <a:xfrm>
            <a:off x="3200400" y="1463040"/>
            <a:ext cx="914400" cy="914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463040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/>
            </a:pPr>
            <a: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5603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Less Paperwork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2004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F2937"/>
                </a:solidFill>
              </a:defRPr>
            </a:pPr>
            <a:r>
              <a:t>Quick check-in process</a:t>
            </a:r>
          </a:p>
        </p:txBody>
      </p:sp>
      <p:sp>
        <p:nvSpPr>
          <p:cNvPr id="12" name="Oval 11"/>
          <p:cNvSpPr/>
          <p:nvPr/>
        </p:nvSpPr>
        <p:spPr>
          <a:xfrm>
            <a:off x="5394960" y="146304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1463040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/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5603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Faster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2004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F2937"/>
                </a:solidFill>
              </a:defRPr>
            </a:pPr>
            <a:r>
              <a:t>Test results to doctor in minutes</a:t>
            </a:r>
          </a:p>
        </p:txBody>
      </p:sp>
      <p:sp>
        <p:nvSpPr>
          <p:cNvPr id="16" name="Oval 15"/>
          <p:cNvSpPr/>
          <p:nvPr/>
        </p:nvSpPr>
        <p:spPr>
          <a:xfrm>
            <a:off x="7589520" y="1463040"/>
            <a:ext cx="914400" cy="9144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1463040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/>
            </a:pPr>
            <a: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5603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</a:defRPr>
            </a:pPr>
            <a:r>
              <a:t>Your Privacy Protected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2004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F2937"/>
                </a:solidFill>
              </a:defRPr>
            </a:pPr>
            <a:r>
              <a:t>Bank-level security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114800"/>
            <a:ext cx="7315200" cy="1828800"/>
          </a:xfrm>
          <a:prstGeom prst="roundRect">
            <a:avLst/>
          </a:prstGeom>
          <a:solidFill>
            <a:srgbClr val="F3F4F6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389120"/>
            <a:ext cx="67665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What Stays the Same: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✓ Same caring doctors and nurses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✓ Same quality care you trust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✓ Your privacy remains completely protected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Your Visit Experience - Before vs. After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114800" cy="4572000"/>
          </a:xfrm>
          <a:prstGeom prst="roundRect">
            <a:avLst/>
          </a:prstGeom>
          <a:solidFill>
            <a:srgbClr val="EF4444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F4444"/>
                </a:solidFill>
              </a:defRPr>
            </a:pPr>
            <a:r>
              <a:t>❌ 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3832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Long paper forms to fill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Wait 60-90 minutes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No idea when your turn is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Doctor searches for your chart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Hand-written prescriptions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Wait again at pharmacy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Call in days for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371600"/>
            <a:ext cx="3657600" cy="4572000"/>
          </a:xfrm>
          <a:prstGeom prst="roundRect">
            <a:avLst/>
          </a:prstGeom>
          <a:solidFill>
            <a:srgbClr val="10B981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✓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194560"/>
            <a:ext cx="29260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Quick 5-minute check-in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Wait 30-45 minutes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Know your queue position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Complete history instantly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Electronic prescriptions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Meds ready when you arrive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• Same-day results often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